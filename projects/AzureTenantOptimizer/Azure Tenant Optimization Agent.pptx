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0" r:id="rId4"/>
    <p:sldId id="258" r:id="rId5"/>
    <p:sldId id="261" r:id="rId6"/>
    <p:sldId id="259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4882B-CC7B-22E3-20F3-8112FD34D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F7279-5F01-23FB-3530-B5DC775BB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50946-07C7-D80F-8D0B-01C8A9416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5041-B8B7-42F7-87A7-3B141D8238F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0F4F6-265B-7FA5-221A-00954A0B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95874-7F05-53B7-0F0D-C2CF7EB8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F7DE9-F5D3-4E65-89C8-84A75A21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7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346A-5A2E-84E7-F69F-8411A03B7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43789-A595-84FC-D76B-62E80F36D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31DB8-F62B-BDAF-9F01-61060A9C1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5041-B8B7-42F7-87A7-3B141D8238F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F98F8-8A48-5C28-3BF5-C429E231B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94F9B-E6D9-C0B4-072C-5BA18457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F7DE9-F5D3-4E65-89C8-84A75A21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8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DF46-86A4-FF62-637B-B661B225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EFF65-BCFC-81AB-9559-AAAC35BA4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7D2C1-5314-231B-ACD0-25F162D8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5041-B8B7-42F7-87A7-3B141D8238F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C910B-DC0D-0039-D9F7-14E0A4B1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A1492-0D8E-9880-5148-7351FEEA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F7DE9-F5D3-4E65-89C8-84A75A21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38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85935-EE8B-3DE7-53BA-A201A55D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B093B-B800-8788-9F63-BF32F7731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CE380-0979-75A7-53B5-ADC454DDC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37801-61E1-6FDA-5B29-D48DED4D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5041-B8B7-42F7-87A7-3B141D8238F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98EE8-1E98-8E3F-EBCA-49101725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13CA8-A8E1-ECA2-8B1E-9059F4B0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F7DE9-F5D3-4E65-89C8-84A75A21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6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643D8-1076-BAF9-E1E2-D9D2FA72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B7B9B-D35C-0D01-DD52-7C774C349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50290-6146-7881-D2E8-F3C98860B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50FDBF-C5D1-6703-0B92-182521F60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12B86-5BF1-6FCC-CF6A-5D84580AD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202AED-F41E-0272-6A09-4DB2365D6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5041-B8B7-42F7-87A7-3B141D8238F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B08806-2D59-357F-7A3D-B75142CAE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1653D4-2313-335E-984E-E0DE12AA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F7DE9-F5D3-4E65-89C8-84A75A21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5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7AC1-5DA0-D07E-A8C8-2889863F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EC183-5385-48E5-CF16-630E3FAD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5041-B8B7-42F7-87A7-3B141D8238F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1F359-9D9A-22FA-6E14-4AD052A98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1E501-C8CF-5B6B-FA97-844B753A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F7DE9-F5D3-4E65-89C8-84A75A21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9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CEA13D-82A4-2A4E-6741-F82B67430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5041-B8B7-42F7-87A7-3B141D8238F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D6EAB-2085-137F-32C4-79683894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FAF5E-183B-E9A6-2855-F2C9517A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F7DE9-F5D3-4E65-89C8-84A75A21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622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474F6-65ED-76CE-388C-54B6C0B4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A83F6-ADC3-026D-0678-0ED6DE09B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50407-9056-AB48-46A6-A8C59AAF0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E1EAB-5E1E-605D-1688-C85C257E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5041-B8B7-42F7-87A7-3B141D8238F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BA287-4747-758B-F3BE-64F5CA113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42E2C-D500-D5FA-CC84-9776578F2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F7DE9-F5D3-4E65-89C8-84A75A21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67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DCF2C-2DD3-495E-67C7-B4E566412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5657C-033A-BE37-264D-982229BEF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4ECCD-6603-6D7A-0912-370AF3D6F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49545-357D-A18D-537E-3CD459C5D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5041-B8B7-42F7-87A7-3B141D8238F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9D761-4EE6-C286-E039-B65FD06F9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D0FBB-A8A5-444E-ACDD-805C41F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F7DE9-F5D3-4E65-89C8-84A75A21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70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85C0-34C8-01D3-FC09-976BC37E0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7B772-137E-02A1-895D-235A4EDA0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35F66-5AE6-493C-FD9C-AF8113C47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5041-B8B7-42F7-87A7-3B141D8238F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44683-05E6-9D60-B2A2-66CEEFF0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34D5B-41C2-ABD9-FE31-433F04DF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F7DE9-F5D3-4E65-89C8-84A75A21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18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7599AF-4194-DB59-B70D-65AFCC04B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316EF-D4D6-02C8-0014-61BF86C6A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65DC6-BCCB-1979-D5C8-1005D7B6D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5041-B8B7-42F7-87A7-3B141D8238F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62CC6-84C2-0839-6D06-5ED425D5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723E1-8388-265D-C755-F902D08E0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F7DE9-F5D3-4E65-89C8-84A75A21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9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8EC91-B6FD-0C9B-E230-1A487E95B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B4F09-106F-5141-1908-DCD7D3093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386B0-D6AE-58D2-4A65-8CA49368EE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95041-B8B7-42F7-87A7-3B141D8238FF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F1D3C-BBA9-61F9-2F28-26A776AD9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6DDF5-E062-7CF7-DF97-0EE8538F9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8F7DE9-F5D3-4E65-89C8-84A75A21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1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9C49-F07B-248D-6423-5071D4C333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419" sz="6600" dirty="0"/>
              <a:t>Azure </a:t>
            </a:r>
            <a:r>
              <a:rPr lang="es-419" sz="6600" dirty="0" err="1"/>
              <a:t>Tenant</a:t>
            </a:r>
            <a:r>
              <a:rPr lang="es-419" sz="6600" dirty="0"/>
              <a:t> </a:t>
            </a:r>
            <a:r>
              <a:rPr lang="es-419" sz="6600" dirty="0" err="1"/>
              <a:t>Optimization</a:t>
            </a:r>
            <a:r>
              <a:rPr lang="es-419" sz="6600" dirty="0"/>
              <a:t> </a:t>
            </a:r>
            <a:r>
              <a:rPr lang="es-419" sz="6600" dirty="0" err="1"/>
              <a:t>Agent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68890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FAAD4D-F63A-7526-6A17-5EDAB1645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</a:t>
            </a:r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Draft 1</a:t>
            </a:r>
          </a:p>
        </p:txBody>
      </p:sp>
      <p:pic>
        <p:nvPicPr>
          <p:cNvPr id="7" name="Picture 6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E0BB129A-134A-B9AD-375E-70D6707A4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024" y="260320"/>
            <a:ext cx="6670904" cy="6337359"/>
          </a:xfrm>
          <a:prstGeom prst="rect">
            <a:avLst/>
          </a:prstGeom>
        </p:spPr>
      </p:pic>
      <p:sp>
        <p:nvSpPr>
          <p:cNvPr id="5" name="AutoShape 12" descr="Cuál es la diferencia entre Copilot Studio y Azure AI Studio?">
            <a:extLst>
              <a:ext uri="{FF2B5EF4-FFF2-40B4-BE49-F238E27FC236}">
                <a16:creationId xmlns:a16="http://schemas.microsoft.com/office/drawing/2014/main" id="{CAFE555F-430D-04FC-38AC-A893E07505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44" descr="Announcing a new OpenAI feature for developers on Azure | Microsoft Azure  Blog">
            <a:extLst>
              <a:ext uri="{FF2B5EF4-FFF2-40B4-BE49-F238E27FC236}">
                <a16:creationId xmlns:a16="http://schemas.microsoft.com/office/drawing/2014/main" id="{F66F65E6-2539-E264-417E-BFE050890B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0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ADF8-4BC6-1E2F-8274-711C785B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Agent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D087F-164E-EC87-C44C-D7601FA70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 err="1"/>
              <a:t>An</a:t>
            </a:r>
            <a:r>
              <a:rPr lang="es-419" dirty="0"/>
              <a:t> Azure AI </a:t>
            </a:r>
            <a:r>
              <a:rPr lang="es-419" dirty="0" err="1"/>
              <a:t>agent</a:t>
            </a:r>
            <a:r>
              <a:rPr lang="es-419" dirty="0"/>
              <a:t> </a:t>
            </a:r>
            <a:r>
              <a:rPr lang="es-419" dirty="0" err="1"/>
              <a:t>that</a:t>
            </a:r>
            <a:r>
              <a:rPr lang="es-419" dirty="0"/>
              <a:t> can </a:t>
            </a:r>
            <a:r>
              <a:rPr lang="es-419" dirty="0" err="1"/>
              <a:t>identify</a:t>
            </a:r>
            <a:r>
              <a:rPr lang="es-419" dirty="0"/>
              <a:t> </a:t>
            </a:r>
            <a:r>
              <a:rPr lang="es-419" dirty="0" err="1"/>
              <a:t>which</a:t>
            </a:r>
            <a:r>
              <a:rPr lang="es-419" dirty="0"/>
              <a:t> </a:t>
            </a:r>
            <a:r>
              <a:rPr lang="es-419" dirty="0" err="1"/>
              <a:t>tool</a:t>
            </a:r>
            <a:r>
              <a:rPr lang="es-419" dirty="0"/>
              <a:t> </a:t>
            </a:r>
            <a:r>
              <a:rPr lang="es-419" dirty="0" err="1"/>
              <a:t>to</a:t>
            </a:r>
            <a:r>
              <a:rPr lang="es-419" dirty="0"/>
              <a:t> </a:t>
            </a:r>
            <a:r>
              <a:rPr lang="es-419" dirty="0" err="1"/>
              <a:t>call</a:t>
            </a:r>
            <a:r>
              <a:rPr lang="es-419" dirty="0"/>
              <a:t> </a:t>
            </a:r>
            <a:r>
              <a:rPr lang="es-419" dirty="0" err="1"/>
              <a:t>based</a:t>
            </a:r>
            <a:r>
              <a:rPr lang="es-419" dirty="0"/>
              <a:t> </a:t>
            </a:r>
            <a:r>
              <a:rPr lang="es-419" dirty="0" err="1"/>
              <a:t>on</a:t>
            </a:r>
            <a:r>
              <a:rPr lang="es-419" dirty="0"/>
              <a:t> </a:t>
            </a:r>
            <a:r>
              <a:rPr lang="es-419" dirty="0" err="1"/>
              <a:t>user</a:t>
            </a:r>
            <a:r>
              <a:rPr lang="es-419" dirty="0"/>
              <a:t> </a:t>
            </a:r>
            <a:r>
              <a:rPr lang="es-419" dirty="0" err="1"/>
              <a:t>query</a:t>
            </a:r>
            <a:r>
              <a:rPr lang="es-419" dirty="0"/>
              <a:t>.</a:t>
            </a:r>
          </a:p>
          <a:p>
            <a:r>
              <a:rPr lang="es-419" dirty="0" err="1"/>
              <a:t>Agent</a:t>
            </a:r>
            <a:r>
              <a:rPr lang="es-419" dirty="0"/>
              <a:t> </a:t>
            </a:r>
            <a:r>
              <a:rPr lang="es-419" dirty="0" err="1"/>
              <a:t>must</a:t>
            </a:r>
            <a:r>
              <a:rPr lang="es-419" dirty="0"/>
              <a:t> be </a:t>
            </a:r>
            <a:r>
              <a:rPr lang="es-419" dirty="0" err="1"/>
              <a:t>connected</a:t>
            </a:r>
            <a:r>
              <a:rPr lang="es-419" dirty="0"/>
              <a:t> </a:t>
            </a:r>
            <a:r>
              <a:rPr lang="es-419" dirty="0" err="1"/>
              <a:t>to</a:t>
            </a:r>
            <a:r>
              <a:rPr lang="es-419" dirty="0"/>
              <a:t> vector </a:t>
            </a:r>
            <a:r>
              <a:rPr lang="es-419" dirty="0" err="1"/>
              <a:t>database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428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6D5D-CD61-6DA6-91C1-95AF91450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9D500-0DA8-A4B9-5470-451380B0F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" y="1624457"/>
            <a:ext cx="10515600" cy="4351338"/>
          </a:xfrm>
        </p:spPr>
        <p:txBody>
          <a:bodyPr>
            <a:normAutofit/>
          </a:bodyPr>
          <a:lstStyle/>
          <a:p>
            <a:r>
              <a:rPr lang="es-419" sz="2000" dirty="0" err="1"/>
              <a:t>Spend</a:t>
            </a:r>
            <a:r>
              <a:rPr lang="es-419" sz="2000" dirty="0"/>
              <a:t> </a:t>
            </a:r>
            <a:r>
              <a:rPr lang="es-419" sz="2000" dirty="0" err="1"/>
              <a:t>summarization</a:t>
            </a:r>
            <a:r>
              <a:rPr lang="es-419" sz="2000" dirty="0"/>
              <a:t> and </a:t>
            </a:r>
            <a:r>
              <a:rPr lang="es-419" sz="2000" dirty="0" err="1"/>
              <a:t>cost</a:t>
            </a:r>
            <a:r>
              <a:rPr lang="es-419" sz="2000" dirty="0"/>
              <a:t> </a:t>
            </a:r>
            <a:r>
              <a:rPr lang="es-419" sz="2000" dirty="0" err="1"/>
              <a:t>related</a:t>
            </a:r>
            <a:r>
              <a:rPr lang="es-419" sz="2000" dirty="0"/>
              <a:t> </a:t>
            </a:r>
            <a:r>
              <a:rPr lang="es-419" sz="2000" dirty="0" err="1"/>
              <a:t>questions</a:t>
            </a:r>
            <a:r>
              <a:rPr lang="es-419" sz="2000" dirty="0"/>
              <a:t>. </a:t>
            </a:r>
            <a:r>
              <a:rPr lang="es-419" sz="2000" dirty="0" err="1"/>
              <a:t>It</a:t>
            </a:r>
            <a:r>
              <a:rPr lang="es-419" sz="2000" dirty="0"/>
              <a:t> can </a:t>
            </a:r>
            <a:r>
              <a:rPr lang="es-419" sz="2000" dirty="0" err="1"/>
              <a:t>just</a:t>
            </a:r>
            <a:r>
              <a:rPr lang="es-419" sz="2000" dirty="0"/>
              <a:t> </a:t>
            </a:r>
            <a:r>
              <a:rPr lang="es-419" sz="2000" dirty="0" err="1"/>
              <a:t>answer</a:t>
            </a:r>
            <a:r>
              <a:rPr lang="es-419" sz="2000" dirty="0"/>
              <a:t> </a:t>
            </a:r>
            <a:r>
              <a:rPr lang="es-419" sz="2000" dirty="0" err="1"/>
              <a:t>questions</a:t>
            </a:r>
            <a:r>
              <a:rPr lang="es-419" sz="2000" dirty="0"/>
              <a:t> </a:t>
            </a:r>
            <a:r>
              <a:rPr lang="es-419" sz="2000" dirty="0" err="1"/>
              <a:t>or</a:t>
            </a:r>
            <a:r>
              <a:rPr lang="es-419" sz="2000" dirty="0"/>
              <a:t> </a:t>
            </a:r>
            <a:r>
              <a:rPr lang="es-419" sz="2000" dirty="0" err="1"/>
              <a:t>return</a:t>
            </a:r>
            <a:r>
              <a:rPr lang="es-419" sz="2000" dirty="0"/>
              <a:t> table </a:t>
            </a:r>
            <a:r>
              <a:rPr lang="es-419" sz="2000" dirty="0" err="1"/>
              <a:t>format</a:t>
            </a:r>
            <a:r>
              <a:rPr lang="es-419" sz="2000" dirty="0"/>
              <a:t> responses. (</a:t>
            </a:r>
            <a:r>
              <a:rPr lang="es-419" sz="2000" dirty="0" err="1"/>
              <a:t>Should</a:t>
            </a:r>
            <a:r>
              <a:rPr lang="es-419" sz="2000" dirty="0"/>
              <a:t> </a:t>
            </a:r>
            <a:r>
              <a:rPr lang="es-419" sz="2000" dirty="0" err="1"/>
              <a:t>we</a:t>
            </a:r>
            <a:r>
              <a:rPr lang="es-419" sz="2000" dirty="0"/>
              <a:t> </a:t>
            </a:r>
            <a:r>
              <a:rPr lang="es-419" sz="2000" dirty="0" err="1"/>
              <a:t>add</a:t>
            </a:r>
            <a:r>
              <a:rPr lang="es-419" sz="2000" dirty="0"/>
              <a:t> </a:t>
            </a:r>
            <a:r>
              <a:rPr lang="es-419" sz="2000" dirty="0" err="1"/>
              <a:t>report</a:t>
            </a:r>
            <a:r>
              <a:rPr lang="es-419" sz="2000" dirty="0"/>
              <a:t> </a:t>
            </a:r>
            <a:r>
              <a:rPr lang="es-419" sz="2000" dirty="0" err="1"/>
              <a:t>generation</a:t>
            </a:r>
            <a:r>
              <a:rPr lang="es-419" sz="2000" dirty="0"/>
              <a:t> ?? )</a:t>
            </a:r>
          </a:p>
          <a:p>
            <a:r>
              <a:rPr lang="es-419" sz="2000" dirty="0"/>
              <a:t>A </a:t>
            </a:r>
            <a:r>
              <a:rPr lang="es-419" sz="2000" dirty="0" err="1"/>
              <a:t>tool</a:t>
            </a:r>
            <a:r>
              <a:rPr lang="es-419" sz="2000" dirty="0"/>
              <a:t> </a:t>
            </a:r>
            <a:r>
              <a:rPr lang="es-419" sz="2000" dirty="0" err="1"/>
              <a:t>for</a:t>
            </a:r>
            <a:r>
              <a:rPr lang="es-419" sz="2000" dirty="0"/>
              <a:t> </a:t>
            </a:r>
            <a:r>
              <a:rPr lang="es-419" sz="2000" dirty="0" err="1"/>
              <a:t>perform</a:t>
            </a:r>
            <a:r>
              <a:rPr lang="es-419" sz="2000" dirty="0"/>
              <a:t> </a:t>
            </a:r>
            <a:r>
              <a:rPr lang="es-419" sz="2000" dirty="0" err="1"/>
              <a:t>historical</a:t>
            </a:r>
            <a:r>
              <a:rPr lang="es-419" sz="2000" dirty="0"/>
              <a:t> </a:t>
            </a:r>
            <a:r>
              <a:rPr lang="es-419" sz="2000" dirty="0" err="1"/>
              <a:t>analysis</a:t>
            </a:r>
            <a:r>
              <a:rPr lang="es-419" sz="2000" dirty="0"/>
              <a:t>, </a:t>
            </a:r>
            <a:r>
              <a:rPr lang="es-419" sz="2000" dirty="0" err="1"/>
              <a:t>get</a:t>
            </a:r>
            <a:r>
              <a:rPr lang="es-419" sz="2000" dirty="0"/>
              <a:t> </a:t>
            </a:r>
            <a:r>
              <a:rPr lang="es-419" sz="2000" dirty="0" err="1"/>
              <a:t>insights</a:t>
            </a:r>
            <a:r>
              <a:rPr lang="es-419" sz="2000" dirty="0"/>
              <a:t>, etc.,</a:t>
            </a:r>
          </a:p>
          <a:p>
            <a:r>
              <a:rPr lang="es-419" sz="2000" dirty="0"/>
              <a:t>A </a:t>
            </a:r>
            <a:r>
              <a:rPr lang="es-419" sz="2000" dirty="0" err="1"/>
              <a:t>tool</a:t>
            </a:r>
            <a:r>
              <a:rPr lang="es-419" sz="2000" dirty="0"/>
              <a:t> </a:t>
            </a:r>
            <a:r>
              <a:rPr lang="es-419" sz="2000" dirty="0" err="1"/>
              <a:t>for</a:t>
            </a:r>
            <a:r>
              <a:rPr lang="es-419" sz="2000" dirty="0"/>
              <a:t> </a:t>
            </a:r>
            <a:r>
              <a:rPr lang="es-419" sz="2000" dirty="0" err="1"/>
              <a:t>perform</a:t>
            </a:r>
            <a:r>
              <a:rPr lang="es-419" sz="2000" dirty="0"/>
              <a:t> </a:t>
            </a:r>
            <a:r>
              <a:rPr lang="es-419" sz="2000" dirty="0" err="1"/>
              <a:t>forecasting</a:t>
            </a:r>
            <a:r>
              <a:rPr lang="es-419" sz="2000" dirty="0"/>
              <a:t>… </a:t>
            </a:r>
            <a:r>
              <a:rPr lang="es-419" sz="2000" dirty="0" err="1"/>
              <a:t>it</a:t>
            </a:r>
            <a:r>
              <a:rPr lang="es-419" sz="2000" dirty="0"/>
              <a:t> can </a:t>
            </a:r>
            <a:r>
              <a:rPr lang="es-419" sz="2000" dirty="0" err="1"/>
              <a:t>call</a:t>
            </a:r>
            <a:r>
              <a:rPr lang="es-419" sz="2000" dirty="0"/>
              <a:t> a pre </a:t>
            </a:r>
            <a:r>
              <a:rPr lang="es-419" sz="2000" dirty="0" err="1"/>
              <a:t>built</a:t>
            </a:r>
            <a:r>
              <a:rPr lang="es-419" sz="2000" dirty="0"/>
              <a:t> </a:t>
            </a:r>
            <a:r>
              <a:rPr lang="es-419" sz="2000" dirty="0" err="1"/>
              <a:t>forecasting</a:t>
            </a:r>
            <a:r>
              <a:rPr lang="es-419" sz="2000" dirty="0"/>
              <a:t> </a:t>
            </a:r>
            <a:r>
              <a:rPr lang="es-419" sz="2000" dirty="0" err="1"/>
              <a:t>model</a:t>
            </a:r>
            <a:r>
              <a:rPr lang="es-419" sz="2000" dirty="0"/>
              <a:t>. Try LLM </a:t>
            </a:r>
            <a:r>
              <a:rPr lang="es-419" sz="2000" dirty="0" err="1"/>
              <a:t>for</a:t>
            </a:r>
            <a:r>
              <a:rPr lang="es-419" sz="2000" dirty="0"/>
              <a:t> </a:t>
            </a:r>
            <a:r>
              <a:rPr lang="es-419" sz="2000" dirty="0" err="1"/>
              <a:t>forecasting</a:t>
            </a:r>
            <a:r>
              <a:rPr lang="es-419" sz="2000" dirty="0"/>
              <a:t> and compare.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49157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3C7F-2075-7F2D-493D-21B7BC693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9646E-DE91-9BCE-5230-0E2C0B637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1553528"/>
            <a:ext cx="10515600" cy="4351338"/>
          </a:xfrm>
        </p:spPr>
        <p:txBody>
          <a:bodyPr>
            <a:normAutofit/>
          </a:bodyPr>
          <a:lstStyle/>
          <a:p>
            <a:r>
              <a:rPr lang="es-419" sz="2000" dirty="0"/>
              <a:t>Excel files (Luz)</a:t>
            </a:r>
          </a:p>
          <a:p>
            <a:r>
              <a:rPr lang="es-419" sz="2000" dirty="0" err="1"/>
              <a:t>Historical</a:t>
            </a:r>
            <a:r>
              <a:rPr lang="es-419" sz="2000" dirty="0"/>
              <a:t> data</a:t>
            </a:r>
          </a:p>
          <a:p>
            <a:r>
              <a:rPr lang="es-419" sz="2000" dirty="0" err="1"/>
              <a:t>Get</a:t>
            </a:r>
            <a:r>
              <a:rPr lang="es-419" sz="2000" dirty="0"/>
              <a:t> </a:t>
            </a:r>
            <a:r>
              <a:rPr lang="es-419" sz="2000" dirty="0" err="1"/>
              <a:t>metadata</a:t>
            </a:r>
            <a:r>
              <a:rPr lang="es-419" sz="2000" dirty="0"/>
              <a:t> </a:t>
            </a:r>
            <a:r>
              <a:rPr lang="es-419" sz="2000" dirty="0" err="1"/>
              <a:t>from</a:t>
            </a:r>
            <a:r>
              <a:rPr lang="es-419" sz="2000" dirty="0"/>
              <a:t> </a:t>
            </a:r>
            <a:r>
              <a:rPr lang="es-419" sz="2000" dirty="0" err="1"/>
              <a:t>azure</a:t>
            </a:r>
            <a:r>
              <a:rPr lang="es-419" sz="2000" dirty="0"/>
              <a:t> </a:t>
            </a:r>
            <a:r>
              <a:rPr lang="es-419" sz="2000" dirty="0" err="1"/>
              <a:t>tenant</a:t>
            </a:r>
            <a:r>
              <a:rPr lang="es-419" sz="2000" dirty="0"/>
              <a:t>, </a:t>
            </a:r>
            <a:r>
              <a:rPr lang="es-419" sz="2000" dirty="0" err="1"/>
              <a:t>RGs</a:t>
            </a:r>
            <a:r>
              <a:rPr lang="es-419" sz="2000" dirty="0"/>
              <a:t>, </a:t>
            </a:r>
            <a:r>
              <a:rPr lang="es-419" sz="2000" dirty="0" err="1"/>
              <a:t>services</a:t>
            </a:r>
            <a:r>
              <a:rPr lang="es-419" sz="2000" dirty="0"/>
              <a:t> etc., </a:t>
            </a:r>
            <a:r>
              <a:rPr lang="es-419" sz="2000" dirty="0" err="1"/>
              <a:t>with</a:t>
            </a:r>
            <a:r>
              <a:rPr lang="es-419" sz="2000" dirty="0"/>
              <a:t> </a:t>
            </a:r>
            <a:r>
              <a:rPr lang="es-419" sz="2000" dirty="0" err="1"/>
              <a:t>powershell</a:t>
            </a:r>
            <a:r>
              <a:rPr lang="es-419" sz="2000" dirty="0"/>
              <a:t> (</a:t>
            </a:r>
            <a:r>
              <a:rPr lang="es-419" sz="2000" dirty="0" err="1"/>
              <a:t>Authenticating</a:t>
            </a:r>
            <a:r>
              <a:rPr lang="es-419" sz="2000" dirty="0"/>
              <a:t> </a:t>
            </a:r>
            <a:r>
              <a:rPr lang="es-419" sz="2000" dirty="0" err="1"/>
              <a:t>with</a:t>
            </a:r>
            <a:r>
              <a:rPr lang="es-419" sz="2000" dirty="0"/>
              <a:t> SP </a:t>
            </a:r>
            <a:r>
              <a:rPr lang="es-419" sz="2000" dirty="0" err="1"/>
              <a:t>or</a:t>
            </a:r>
            <a:r>
              <a:rPr lang="es-419" sz="2000" dirty="0"/>
              <a:t> MI)</a:t>
            </a:r>
          </a:p>
          <a:p>
            <a:r>
              <a:rPr lang="es-419" sz="2000" dirty="0"/>
              <a:t>Can </a:t>
            </a:r>
            <a:r>
              <a:rPr lang="es-419" sz="2000" dirty="0" err="1"/>
              <a:t>we</a:t>
            </a:r>
            <a:r>
              <a:rPr lang="es-419" sz="2000" dirty="0"/>
              <a:t> </a:t>
            </a:r>
            <a:r>
              <a:rPr lang="es-419" sz="2000" dirty="0" err="1"/>
              <a:t>get</a:t>
            </a:r>
            <a:r>
              <a:rPr lang="es-419" sz="2000" dirty="0"/>
              <a:t> </a:t>
            </a:r>
            <a:r>
              <a:rPr lang="es-419" sz="2000" dirty="0" err="1"/>
              <a:t>the</a:t>
            </a:r>
            <a:r>
              <a:rPr lang="es-419" sz="2000" dirty="0"/>
              <a:t> </a:t>
            </a:r>
            <a:r>
              <a:rPr lang="es-419" sz="2000" dirty="0" err="1"/>
              <a:t>sevice</a:t>
            </a:r>
            <a:r>
              <a:rPr lang="es-419" sz="2000" dirty="0"/>
              <a:t> </a:t>
            </a:r>
            <a:r>
              <a:rPr lang="es-419" sz="2000" dirty="0" err="1"/>
              <a:t>usage</a:t>
            </a:r>
            <a:r>
              <a:rPr lang="es-419" sz="2000" dirty="0"/>
              <a:t> </a:t>
            </a:r>
            <a:r>
              <a:rPr lang="es-419" sz="2000" dirty="0" err="1"/>
              <a:t>from</a:t>
            </a:r>
            <a:r>
              <a:rPr lang="es-419" sz="2000" dirty="0"/>
              <a:t> Azure ?</a:t>
            </a:r>
          </a:p>
          <a:p>
            <a:r>
              <a:rPr lang="es-419" sz="2000" dirty="0" err="1"/>
              <a:t>Create</a:t>
            </a:r>
            <a:r>
              <a:rPr lang="es-419" sz="2000" dirty="0"/>
              <a:t> </a:t>
            </a:r>
            <a:r>
              <a:rPr lang="es-419" sz="2000" dirty="0" err="1"/>
              <a:t>azure</a:t>
            </a:r>
            <a:r>
              <a:rPr lang="es-419" sz="2000" dirty="0"/>
              <a:t> AI </a:t>
            </a:r>
            <a:r>
              <a:rPr lang="es-419" sz="2000" dirty="0" err="1"/>
              <a:t>Search</a:t>
            </a:r>
            <a:r>
              <a:rPr lang="es-419" sz="2000" dirty="0"/>
              <a:t> </a:t>
            </a:r>
            <a:r>
              <a:rPr lang="es-419" sz="2000" dirty="0" err="1"/>
              <a:t>index</a:t>
            </a:r>
            <a:r>
              <a:rPr lang="es-419" sz="2000" dirty="0"/>
              <a:t> </a:t>
            </a:r>
            <a:r>
              <a:rPr lang="es-419" sz="2000" dirty="0" err="1"/>
              <a:t>with</a:t>
            </a:r>
            <a:r>
              <a:rPr lang="es-419" sz="2000" dirty="0"/>
              <a:t> </a:t>
            </a:r>
            <a:r>
              <a:rPr lang="es-419" sz="2000" dirty="0" err="1"/>
              <a:t>these</a:t>
            </a:r>
            <a:r>
              <a:rPr lang="es-419" sz="2000" dirty="0"/>
              <a:t> </a:t>
            </a:r>
            <a:r>
              <a:rPr lang="es-419" sz="2000" dirty="0" err="1"/>
              <a:t>fields</a:t>
            </a:r>
            <a:r>
              <a:rPr lang="es-419" sz="2000" dirty="0"/>
              <a:t>: </a:t>
            </a:r>
            <a:r>
              <a:rPr lang="es-419" sz="2000" dirty="0" err="1"/>
              <a:t>Tenant</a:t>
            </a:r>
            <a:r>
              <a:rPr lang="es-419" sz="2000" dirty="0"/>
              <a:t>, </a:t>
            </a:r>
            <a:r>
              <a:rPr lang="es-419" sz="2000" dirty="0" err="1"/>
              <a:t>subscription</a:t>
            </a:r>
            <a:r>
              <a:rPr lang="es-419" sz="2000" dirty="0"/>
              <a:t> id, RG </a:t>
            </a:r>
            <a:r>
              <a:rPr lang="es-419" sz="2000" dirty="0" err="1"/>
              <a:t>name</a:t>
            </a:r>
            <a:r>
              <a:rPr lang="es-419" sz="2000" dirty="0"/>
              <a:t>, </a:t>
            </a:r>
            <a:r>
              <a:rPr lang="es-419" sz="2000" dirty="0" err="1"/>
              <a:t>resources</a:t>
            </a:r>
            <a:r>
              <a:rPr lang="es-419" sz="2000" dirty="0"/>
              <a:t> [</a:t>
            </a:r>
            <a:r>
              <a:rPr lang="es-419" sz="2000" dirty="0" err="1"/>
              <a:t>list</a:t>
            </a:r>
            <a:r>
              <a:rPr lang="es-419" sz="2000" dirty="0"/>
              <a:t>], </a:t>
            </a:r>
            <a:r>
              <a:rPr lang="es-419" sz="2000" dirty="0" err="1"/>
              <a:t>monthly</a:t>
            </a:r>
            <a:r>
              <a:rPr lang="es-419" sz="2000" dirty="0"/>
              <a:t> </a:t>
            </a:r>
            <a:r>
              <a:rPr lang="es-419" sz="2000" dirty="0" err="1"/>
              <a:t>cost</a:t>
            </a:r>
            <a:r>
              <a:rPr lang="es-419" sz="2000" dirty="0"/>
              <a:t>, </a:t>
            </a:r>
            <a:r>
              <a:rPr lang="es-419" sz="2000" dirty="0" err="1"/>
              <a:t>average</a:t>
            </a:r>
            <a:r>
              <a:rPr lang="es-419" sz="2000" dirty="0"/>
              <a:t> </a:t>
            </a:r>
            <a:r>
              <a:rPr lang="es-419" sz="2000" dirty="0" err="1"/>
              <a:t>cost</a:t>
            </a:r>
            <a:r>
              <a:rPr lang="es-419" sz="2000" dirty="0"/>
              <a:t> ??, </a:t>
            </a:r>
            <a:r>
              <a:rPr lang="es-419" sz="2000" dirty="0" err="1"/>
              <a:t>historical</a:t>
            </a:r>
            <a:r>
              <a:rPr lang="es-419" sz="2000" dirty="0"/>
              <a:t> data, </a:t>
            </a:r>
            <a:r>
              <a:rPr lang="es-419" sz="2000" dirty="0" err="1"/>
              <a:t>owner</a:t>
            </a:r>
            <a:r>
              <a:rPr lang="es-419" sz="2000" dirty="0"/>
              <a:t>, </a:t>
            </a:r>
            <a:r>
              <a:rPr lang="es-419" sz="2000" dirty="0" err="1"/>
              <a:t>users</a:t>
            </a:r>
            <a:r>
              <a:rPr lang="es-419" sz="2000" dirty="0"/>
              <a:t>, Project, </a:t>
            </a:r>
          </a:p>
          <a:p>
            <a:r>
              <a:rPr lang="es-419" sz="2000" dirty="0" err="1"/>
              <a:t>Automatically</a:t>
            </a:r>
            <a:r>
              <a:rPr lang="es-419" sz="2000" dirty="0"/>
              <a:t> </a:t>
            </a:r>
            <a:r>
              <a:rPr lang="es-419" sz="2000" dirty="0" err="1"/>
              <a:t>update</a:t>
            </a:r>
            <a:r>
              <a:rPr lang="es-419" sz="2000" dirty="0"/>
              <a:t> </a:t>
            </a:r>
            <a:r>
              <a:rPr lang="es-419" sz="2000" dirty="0" err="1"/>
              <a:t>index</a:t>
            </a:r>
            <a:r>
              <a:rPr lang="es-419" sz="2000" dirty="0"/>
              <a:t> </a:t>
            </a:r>
            <a:r>
              <a:rPr lang="es-419" sz="2000" dirty="0" err="1"/>
              <a:t>with</a:t>
            </a:r>
            <a:r>
              <a:rPr lang="es-419" sz="2000" dirty="0"/>
              <a:t> </a:t>
            </a:r>
            <a:r>
              <a:rPr lang="es-419" sz="2000" dirty="0" err="1"/>
              <a:t>azure</a:t>
            </a:r>
            <a:r>
              <a:rPr lang="es-419" sz="2000" dirty="0"/>
              <a:t> </a:t>
            </a:r>
            <a:r>
              <a:rPr lang="es-419" sz="2000" dirty="0" err="1"/>
              <a:t>function</a:t>
            </a:r>
            <a:r>
              <a:rPr lang="es-419" sz="2000" dirty="0"/>
              <a:t>, </a:t>
            </a:r>
            <a:r>
              <a:rPr lang="es-419" sz="2000" dirty="0" err="1"/>
              <a:t>logic</a:t>
            </a:r>
            <a:r>
              <a:rPr lang="es-419" sz="2000" dirty="0"/>
              <a:t> app 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10221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92A84-9299-379F-4581-BB13B42B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Monitor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85141-9977-9361-2F69-84B713620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Try </a:t>
            </a:r>
            <a:r>
              <a:rPr lang="es-419" dirty="0" err="1"/>
              <a:t>to</a:t>
            </a:r>
            <a:r>
              <a:rPr lang="es-419" dirty="0"/>
              <a:t> use Azure Monitor and </a:t>
            </a:r>
            <a:r>
              <a:rPr lang="es-419" dirty="0" err="1"/>
              <a:t>alerts</a:t>
            </a:r>
            <a:r>
              <a:rPr lang="es-419" dirty="0"/>
              <a:t> </a:t>
            </a:r>
          </a:p>
          <a:p>
            <a:r>
              <a:rPr lang="es-419" dirty="0"/>
              <a:t>No </a:t>
            </a:r>
            <a:r>
              <a:rPr lang="es-419" dirty="0" err="1"/>
              <a:t>need</a:t>
            </a:r>
            <a:r>
              <a:rPr lang="es-419" dirty="0"/>
              <a:t> </a:t>
            </a:r>
            <a:r>
              <a:rPr lang="es-419" dirty="0" err="1"/>
              <a:t>to</a:t>
            </a:r>
            <a:r>
              <a:rPr lang="es-419" dirty="0"/>
              <a:t> </a:t>
            </a:r>
            <a:r>
              <a:rPr lang="es-419" dirty="0" err="1"/>
              <a:t>implement</a:t>
            </a:r>
            <a:r>
              <a:rPr lang="es-419" dirty="0"/>
              <a:t> </a:t>
            </a:r>
            <a:r>
              <a:rPr lang="es-419" dirty="0" err="1"/>
              <a:t>Agents</a:t>
            </a:r>
            <a:r>
              <a:rPr lang="es-419" dirty="0"/>
              <a:t> </a:t>
            </a:r>
            <a:r>
              <a:rPr lang="es-419" dirty="0" err="1"/>
              <a:t>for</a:t>
            </a:r>
            <a:r>
              <a:rPr lang="es-419" dirty="0"/>
              <a:t> </a:t>
            </a:r>
            <a:r>
              <a:rPr lang="es-419" dirty="0" err="1"/>
              <a:t>this</a:t>
            </a:r>
            <a:r>
              <a:rPr lang="es-419" dirty="0"/>
              <a:t>.</a:t>
            </a:r>
          </a:p>
          <a:p>
            <a:r>
              <a:rPr lang="es-419" dirty="0"/>
              <a:t>Configure </a:t>
            </a:r>
            <a:r>
              <a:rPr lang="es-419" dirty="0" err="1"/>
              <a:t>Alerts</a:t>
            </a:r>
            <a:r>
              <a:rPr lang="es-419" dirty="0"/>
              <a:t> and </a:t>
            </a:r>
            <a:r>
              <a:rPr lang="es-419" dirty="0" err="1"/>
              <a:t>notification</a:t>
            </a:r>
            <a:r>
              <a:rPr lang="es-419" dirty="0"/>
              <a:t> </a:t>
            </a:r>
            <a:r>
              <a:rPr lang="es-419" dirty="0" err="1"/>
              <a:t>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452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43FB-0126-F36E-CD88-8F174EB8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Feedback</a:t>
            </a:r>
            <a:r>
              <a:rPr lang="es-419" dirty="0"/>
              <a:t> </a:t>
            </a:r>
            <a:r>
              <a:rPr lang="es-419" dirty="0" err="1"/>
              <a:t>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25F4E-599A-34C6-C413-B18D691A9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419" sz="2400" dirty="0" err="1"/>
              <a:t>The</a:t>
            </a:r>
            <a:r>
              <a:rPr lang="es-419" sz="2400" dirty="0"/>
              <a:t> UI </a:t>
            </a:r>
            <a:r>
              <a:rPr lang="es-419" sz="2400" dirty="0" err="1"/>
              <a:t>must</a:t>
            </a:r>
            <a:r>
              <a:rPr lang="es-419" sz="2400" dirty="0"/>
              <a:t> </a:t>
            </a:r>
            <a:r>
              <a:rPr lang="es-419" sz="2400" dirty="0" err="1"/>
              <a:t>have</a:t>
            </a:r>
            <a:r>
              <a:rPr lang="es-419" sz="2400" dirty="0"/>
              <a:t> a </a:t>
            </a:r>
            <a:r>
              <a:rPr lang="es-419" sz="2400" dirty="0" err="1"/>
              <a:t>field</a:t>
            </a:r>
            <a:r>
              <a:rPr lang="es-419" sz="2400" dirty="0"/>
              <a:t> </a:t>
            </a:r>
            <a:r>
              <a:rPr lang="es-419" sz="2400" dirty="0" err="1"/>
              <a:t>for</a:t>
            </a:r>
            <a:r>
              <a:rPr lang="es-419" sz="2400" dirty="0"/>
              <a:t> </a:t>
            </a:r>
            <a:r>
              <a:rPr lang="es-419" sz="2400" dirty="0" err="1"/>
              <a:t>the</a:t>
            </a:r>
            <a:r>
              <a:rPr lang="es-419" sz="2400" dirty="0"/>
              <a:t> </a:t>
            </a:r>
            <a:r>
              <a:rPr lang="es-419" sz="2400" dirty="0" err="1"/>
              <a:t>user</a:t>
            </a:r>
            <a:r>
              <a:rPr lang="es-419" sz="2400" dirty="0"/>
              <a:t> </a:t>
            </a:r>
            <a:r>
              <a:rPr lang="es-419" sz="2400" dirty="0" err="1"/>
              <a:t>to</a:t>
            </a:r>
            <a:r>
              <a:rPr lang="es-419" sz="2400" dirty="0"/>
              <a:t> capture </a:t>
            </a:r>
            <a:r>
              <a:rPr lang="es-419" sz="2400" dirty="0" err="1"/>
              <a:t>comments</a:t>
            </a:r>
            <a:r>
              <a:rPr lang="es-419" sz="2400" dirty="0"/>
              <a:t> </a:t>
            </a:r>
            <a:r>
              <a:rPr lang="es-419" sz="2400" dirty="0" err="1"/>
              <a:t>about</a:t>
            </a:r>
            <a:r>
              <a:rPr lang="es-419" sz="2400" dirty="0"/>
              <a:t> </a:t>
            </a:r>
            <a:r>
              <a:rPr lang="es-419" sz="2400" dirty="0" err="1"/>
              <a:t>the</a:t>
            </a:r>
            <a:r>
              <a:rPr lang="es-419" sz="2400" dirty="0"/>
              <a:t> response, </a:t>
            </a:r>
            <a:r>
              <a:rPr lang="es-419" sz="2400" dirty="0" err="1"/>
              <a:t>like</a:t>
            </a:r>
            <a:r>
              <a:rPr lang="es-419" sz="2400" dirty="0"/>
              <a:t> </a:t>
            </a:r>
            <a:r>
              <a:rPr lang="es-419" sz="2400" dirty="0" err="1"/>
              <a:t>or</a:t>
            </a:r>
            <a:r>
              <a:rPr lang="es-419" sz="2400" dirty="0"/>
              <a:t> </a:t>
            </a:r>
            <a:r>
              <a:rPr lang="es-419" sz="2400" dirty="0" err="1"/>
              <a:t>dislike</a:t>
            </a:r>
            <a:r>
              <a:rPr lang="es-419" sz="2400" dirty="0"/>
              <a:t>, and </a:t>
            </a:r>
            <a:r>
              <a:rPr lang="es-419" sz="2400" dirty="0" err="1"/>
              <a:t>we</a:t>
            </a:r>
            <a:r>
              <a:rPr lang="es-419" sz="2400" dirty="0"/>
              <a:t> </a:t>
            </a:r>
            <a:r>
              <a:rPr lang="es-419" sz="2400" dirty="0" err="1"/>
              <a:t>need</a:t>
            </a:r>
            <a:r>
              <a:rPr lang="es-419" sz="2400" dirty="0"/>
              <a:t> </a:t>
            </a:r>
            <a:r>
              <a:rPr lang="es-419" sz="2400" dirty="0" err="1"/>
              <a:t>to</a:t>
            </a:r>
            <a:r>
              <a:rPr lang="es-419" sz="2400" dirty="0"/>
              <a:t> store </a:t>
            </a:r>
            <a:r>
              <a:rPr lang="es-419" sz="2400" dirty="0" err="1"/>
              <a:t>all</a:t>
            </a:r>
            <a:r>
              <a:rPr lang="es-419" sz="2400" dirty="0"/>
              <a:t> </a:t>
            </a:r>
            <a:r>
              <a:rPr lang="es-419" sz="2400" dirty="0" err="1"/>
              <a:t>that</a:t>
            </a:r>
            <a:r>
              <a:rPr lang="es-419" sz="2400" dirty="0"/>
              <a:t> </a:t>
            </a:r>
            <a:r>
              <a:rPr lang="es-419" sz="2400" dirty="0" err="1"/>
              <a:t>information</a:t>
            </a:r>
            <a:r>
              <a:rPr lang="es-419" sz="2400" dirty="0"/>
              <a:t> in a </a:t>
            </a:r>
            <a:r>
              <a:rPr lang="es-419" sz="2400" dirty="0" err="1"/>
              <a:t>separate</a:t>
            </a:r>
            <a:r>
              <a:rPr lang="es-419" sz="2400" dirty="0"/>
              <a:t> table </a:t>
            </a:r>
            <a:r>
              <a:rPr lang="es-419" sz="2400" dirty="0" err="1"/>
              <a:t>or</a:t>
            </a:r>
            <a:r>
              <a:rPr lang="es-419" sz="2400" dirty="0"/>
              <a:t> </a:t>
            </a:r>
            <a:r>
              <a:rPr lang="es-419" sz="2400" dirty="0" err="1"/>
              <a:t>index</a:t>
            </a:r>
            <a:r>
              <a:rPr lang="es-419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9208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C390E-5A31-0B65-1853-830D80D4F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 err="1"/>
              <a:t>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F34D-CC9E-C604-810C-CB9D693CA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1505585"/>
            <a:ext cx="10515600" cy="4351338"/>
          </a:xfrm>
        </p:spPr>
        <p:txBody>
          <a:bodyPr>
            <a:normAutofit/>
          </a:bodyPr>
          <a:lstStyle/>
          <a:p>
            <a:r>
              <a:rPr lang="es-419" sz="2000" dirty="0"/>
              <a:t>Los archivos de Excel llegan cada cuanto ? Siempre tienen el mismo formato ?? Columnas, </a:t>
            </a:r>
            <a:r>
              <a:rPr lang="es-419" sz="2000" dirty="0" err="1"/>
              <a:t>rows</a:t>
            </a:r>
            <a:r>
              <a:rPr lang="es-419" sz="2000" dirty="0"/>
              <a:t>.</a:t>
            </a:r>
          </a:p>
          <a:p>
            <a:r>
              <a:rPr lang="es-419" sz="2000" dirty="0"/>
              <a:t>Los datos históricos hasta donde llegan ? Son por RG, por </a:t>
            </a:r>
            <a:r>
              <a:rPr lang="es-419" sz="2000" dirty="0" err="1"/>
              <a:t>tenant</a:t>
            </a:r>
            <a:r>
              <a:rPr lang="es-419" sz="2000" dirty="0"/>
              <a:t> ?</a:t>
            </a:r>
          </a:p>
          <a:p>
            <a:r>
              <a:rPr lang="es-419" sz="2000" dirty="0"/>
              <a:t>Que restricciones tenemos en cuanto a accesos o permisos en el </a:t>
            </a:r>
            <a:r>
              <a:rPr lang="es-419" sz="2000" dirty="0" err="1"/>
              <a:t>tenant</a:t>
            </a:r>
            <a:r>
              <a:rPr lang="es-419" sz="2000" dirty="0"/>
              <a:t> 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70722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8479</TotalTime>
  <Words>280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Azure Tenant Optimization Agent</vt:lpstr>
      <vt:lpstr>Architecture Draft 1</vt:lpstr>
      <vt:lpstr>Agent</vt:lpstr>
      <vt:lpstr>Tools</vt:lpstr>
      <vt:lpstr>Data</vt:lpstr>
      <vt:lpstr>Monitor</vt:lpstr>
      <vt:lpstr>Feedback Loop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Rodriguez (OSV)</dc:creator>
  <cp:lastModifiedBy>Rodriguez Canedo, Pedro</cp:lastModifiedBy>
  <cp:revision>10</cp:revision>
  <dcterms:created xsi:type="dcterms:W3CDTF">2025-09-23T16:19:46Z</dcterms:created>
  <dcterms:modified xsi:type="dcterms:W3CDTF">2025-09-30T17:20:08Z</dcterms:modified>
</cp:coreProperties>
</file>